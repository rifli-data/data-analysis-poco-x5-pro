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59" r:id="rId4"/>
    <p:sldId id="265" r:id="rId5"/>
    <p:sldId id="264" r:id="rId6"/>
    <p:sldId id="261" r:id="rId7"/>
  </p:sldIdLst>
  <p:sldSz cx="12192000" cy="6858000"/>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 /><Relationship Id="rId3" Type="http://schemas.openxmlformats.org/officeDocument/2006/relationships/slide" Target="slides/slide2.xml" /><Relationship Id="rId7" Type="http://schemas.openxmlformats.org/officeDocument/2006/relationships/slide" Target="slides/slide6.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tableStyles" Target="tableStyles.xml" /><Relationship Id="rId5" Type="http://schemas.openxmlformats.org/officeDocument/2006/relationships/slide" Target="slides/slide4.xml" /><Relationship Id="rId10"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Judul">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5CB4E8AF-AFDA-31E5-4774-4EB1CBC59F8D}"/>
              </a:ext>
            </a:extLst>
          </p:cNvPr>
          <p:cNvSpPr>
            <a:spLocks noGrp="1"/>
          </p:cNvSpPr>
          <p:nvPr>
            <p:ph type="ctrTitle"/>
          </p:nvPr>
        </p:nvSpPr>
        <p:spPr>
          <a:xfrm>
            <a:off x="1524000" y="1122363"/>
            <a:ext cx="9144000" cy="2387600"/>
          </a:xfrm>
        </p:spPr>
        <p:txBody>
          <a:bodyPr anchor="b"/>
          <a:lstStyle>
            <a:lvl1pPr algn="ctr">
              <a:defRPr sz="6000"/>
            </a:lvl1pPr>
          </a:lstStyle>
          <a:p>
            <a:r>
              <a:rPr lang="id-ID"/>
              <a:t>Klik untuk mengedit gaya judul Master</a:t>
            </a:r>
          </a:p>
        </p:txBody>
      </p:sp>
      <p:sp>
        <p:nvSpPr>
          <p:cNvPr id="3" name="Subjudul 2">
            <a:extLst>
              <a:ext uri="{FF2B5EF4-FFF2-40B4-BE49-F238E27FC236}">
                <a16:creationId xmlns:a16="http://schemas.microsoft.com/office/drawing/2014/main" id="{BAEAA12E-7180-7A69-085E-953B0FEF84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d-ID"/>
              <a:t>Klik untuk mengedit gaya subjudul Master</a:t>
            </a:r>
          </a:p>
        </p:txBody>
      </p:sp>
      <p:sp>
        <p:nvSpPr>
          <p:cNvPr id="4" name="Tampungan Tanggal 3">
            <a:extLst>
              <a:ext uri="{FF2B5EF4-FFF2-40B4-BE49-F238E27FC236}">
                <a16:creationId xmlns:a16="http://schemas.microsoft.com/office/drawing/2014/main" id="{36FC1386-1AB5-63D3-9E51-D1C423EA0DCB}"/>
              </a:ext>
            </a:extLst>
          </p:cNvPr>
          <p:cNvSpPr>
            <a:spLocks noGrp="1"/>
          </p:cNvSpPr>
          <p:nvPr>
            <p:ph type="dt" sz="half" idx="10"/>
          </p:nvPr>
        </p:nvSpPr>
        <p:spPr/>
        <p:txBody>
          <a:bodyPr/>
          <a:lstStyle/>
          <a:p>
            <a:fld id="{41C907AE-927D-DD4D-9EA4-C8E064D23496}" type="datetimeFigureOut">
              <a:rPr lang="id-ID" smtClean="0"/>
              <a:t>15/02/2026</a:t>
            </a:fld>
            <a:endParaRPr lang="id-ID"/>
          </a:p>
        </p:txBody>
      </p:sp>
      <p:sp>
        <p:nvSpPr>
          <p:cNvPr id="5" name="Tampungan Kaki 4">
            <a:extLst>
              <a:ext uri="{FF2B5EF4-FFF2-40B4-BE49-F238E27FC236}">
                <a16:creationId xmlns:a16="http://schemas.microsoft.com/office/drawing/2014/main" id="{B5F6B812-0624-115A-028E-6A82EA3E42BC}"/>
              </a:ext>
            </a:extLst>
          </p:cNvPr>
          <p:cNvSpPr>
            <a:spLocks noGrp="1"/>
          </p:cNvSpPr>
          <p:nvPr>
            <p:ph type="ftr" sz="quarter" idx="11"/>
          </p:nvPr>
        </p:nvSpPr>
        <p:spPr/>
        <p:txBody>
          <a:bodyPr/>
          <a:lstStyle/>
          <a:p>
            <a:endParaRPr lang="id-ID"/>
          </a:p>
        </p:txBody>
      </p:sp>
      <p:sp>
        <p:nvSpPr>
          <p:cNvPr id="6" name="Tampungan Nomor Slide 5">
            <a:extLst>
              <a:ext uri="{FF2B5EF4-FFF2-40B4-BE49-F238E27FC236}">
                <a16:creationId xmlns:a16="http://schemas.microsoft.com/office/drawing/2014/main" id="{31FFA0C6-BA97-D680-0955-8D148E9B1293}"/>
              </a:ext>
            </a:extLst>
          </p:cNvPr>
          <p:cNvSpPr>
            <a:spLocks noGrp="1"/>
          </p:cNvSpPr>
          <p:nvPr>
            <p:ph type="sldNum" sz="quarter" idx="12"/>
          </p:nvPr>
        </p:nvSpPr>
        <p:spPr/>
        <p:txBody>
          <a:bodyPr/>
          <a:lstStyle/>
          <a:p>
            <a:fld id="{FCFBF468-48A3-874D-B81E-8CF099021141}" type="slidenum">
              <a:rPr lang="id-ID" smtClean="0"/>
              <a:t>‹#›</a:t>
            </a:fld>
            <a:endParaRPr lang="id-ID"/>
          </a:p>
        </p:txBody>
      </p:sp>
    </p:spTree>
    <p:extLst>
      <p:ext uri="{BB962C8B-B14F-4D97-AF65-F5344CB8AC3E}">
        <p14:creationId xmlns:p14="http://schemas.microsoft.com/office/powerpoint/2010/main" val="2668182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Judul dan Konten">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D3A1027D-E4CB-BF5C-0DC7-B0AACF0D93F4}"/>
              </a:ext>
            </a:extLst>
          </p:cNvPr>
          <p:cNvSpPr>
            <a:spLocks noGrp="1"/>
          </p:cNvSpPr>
          <p:nvPr>
            <p:ph type="title"/>
          </p:nvPr>
        </p:nvSpPr>
        <p:spPr/>
        <p:txBody>
          <a:bodyPr/>
          <a:lstStyle/>
          <a:p>
            <a:r>
              <a:rPr lang="id-ID"/>
              <a:t>Klik untuk mengedit gaya judul Master</a:t>
            </a:r>
          </a:p>
        </p:txBody>
      </p:sp>
      <p:sp>
        <p:nvSpPr>
          <p:cNvPr id="3" name="Tampungan Konten 2">
            <a:extLst>
              <a:ext uri="{FF2B5EF4-FFF2-40B4-BE49-F238E27FC236}">
                <a16:creationId xmlns:a16="http://schemas.microsoft.com/office/drawing/2014/main" id="{0F425639-8CBE-1576-51C2-390D522A0022}"/>
              </a:ext>
            </a:extLst>
          </p:cNvPr>
          <p:cNvSpPr>
            <a:spLocks noGrp="1"/>
          </p:cNvSpPr>
          <p:nvPr>
            <p:ph idx="1"/>
          </p:nvPr>
        </p:nvSpPr>
        <p:spPr/>
        <p:txBody>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p>
        </p:txBody>
      </p:sp>
      <p:sp>
        <p:nvSpPr>
          <p:cNvPr id="4" name="Tampungan Tanggal 3">
            <a:extLst>
              <a:ext uri="{FF2B5EF4-FFF2-40B4-BE49-F238E27FC236}">
                <a16:creationId xmlns:a16="http://schemas.microsoft.com/office/drawing/2014/main" id="{0D5A6773-2A4F-3371-4CD8-988813DC4025}"/>
              </a:ext>
            </a:extLst>
          </p:cNvPr>
          <p:cNvSpPr>
            <a:spLocks noGrp="1"/>
          </p:cNvSpPr>
          <p:nvPr>
            <p:ph type="dt" sz="half" idx="10"/>
          </p:nvPr>
        </p:nvSpPr>
        <p:spPr/>
        <p:txBody>
          <a:bodyPr/>
          <a:lstStyle/>
          <a:p>
            <a:fld id="{41C907AE-927D-DD4D-9EA4-C8E064D23496}" type="datetimeFigureOut">
              <a:rPr lang="id-ID" smtClean="0"/>
              <a:t>15/02/2026</a:t>
            </a:fld>
            <a:endParaRPr lang="id-ID"/>
          </a:p>
        </p:txBody>
      </p:sp>
      <p:sp>
        <p:nvSpPr>
          <p:cNvPr id="5" name="Tampungan Kaki 4">
            <a:extLst>
              <a:ext uri="{FF2B5EF4-FFF2-40B4-BE49-F238E27FC236}">
                <a16:creationId xmlns:a16="http://schemas.microsoft.com/office/drawing/2014/main" id="{3A83AAB1-8A91-B387-6FBE-95190BF51BA7}"/>
              </a:ext>
            </a:extLst>
          </p:cNvPr>
          <p:cNvSpPr>
            <a:spLocks noGrp="1"/>
          </p:cNvSpPr>
          <p:nvPr>
            <p:ph type="ftr" sz="quarter" idx="11"/>
          </p:nvPr>
        </p:nvSpPr>
        <p:spPr/>
        <p:txBody>
          <a:bodyPr/>
          <a:lstStyle/>
          <a:p>
            <a:endParaRPr lang="id-ID"/>
          </a:p>
        </p:txBody>
      </p:sp>
      <p:sp>
        <p:nvSpPr>
          <p:cNvPr id="6" name="Tampungan Nomor Slide 5">
            <a:extLst>
              <a:ext uri="{FF2B5EF4-FFF2-40B4-BE49-F238E27FC236}">
                <a16:creationId xmlns:a16="http://schemas.microsoft.com/office/drawing/2014/main" id="{99438661-F73E-EC72-85D2-C34F273EFF6F}"/>
              </a:ext>
            </a:extLst>
          </p:cNvPr>
          <p:cNvSpPr>
            <a:spLocks noGrp="1"/>
          </p:cNvSpPr>
          <p:nvPr>
            <p:ph type="sldNum" sz="quarter" idx="12"/>
          </p:nvPr>
        </p:nvSpPr>
        <p:spPr/>
        <p:txBody>
          <a:bodyPr/>
          <a:lstStyle/>
          <a:p>
            <a:fld id="{FCFBF468-48A3-874D-B81E-8CF099021141}" type="slidenum">
              <a:rPr lang="id-ID" smtClean="0"/>
              <a:t>‹#›</a:t>
            </a:fld>
            <a:endParaRPr lang="id-ID"/>
          </a:p>
        </p:txBody>
      </p:sp>
    </p:spTree>
    <p:extLst>
      <p:ext uri="{BB962C8B-B14F-4D97-AF65-F5344CB8AC3E}">
        <p14:creationId xmlns:p14="http://schemas.microsoft.com/office/powerpoint/2010/main" val="35090619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Header Bagian">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9B23B316-CEAB-565B-AC54-6FDEE9F77D2C}"/>
              </a:ext>
            </a:extLst>
          </p:cNvPr>
          <p:cNvSpPr>
            <a:spLocks noGrp="1"/>
          </p:cNvSpPr>
          <p:nvPr>
            <p:ph type="title"/>
          </p:nvPr>
        </p:nvSpPr>
        <p:spPr>
          <a:xfrm>
            <a:off x="831850" y="1709738"/>
            <a:ext cx="10515600" cy="2852737"/>
          </a:xfrm>
        </p:spPr>
        <p:txBody>
          <a:bodyPr anchor="b"/>
          <a:lstStyle>
            <a:lvl1pPr>
              <a:defRPr sz="6000"/>
            </a:lvl1pPr>
          </a:lstStyle>
          <a:p>
            <a:r>
              <a:rPr lang="id-ID"/>
              <a:t>Klik untuk mengedit gaya judul Master</a:t>
            </a:r>
          </a:p>
        </p:txBody>
      </p:sp>
      <p:sp>
        <p:nvSpPr>
          <p:cNvPr id="3" name="Tampungan Teks 2">
            <a:extLst>
              <a:ext uri="{FF2B5EF4-FFF2-40B4-BE49-F238E27FC236}">
                <a16:creationId xmlns:a16="http://schemas.microsoft.com/office/drawing/2014/main" id="{53DC9FCA-D039-C007-CCC3-91043C71A50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d-ID"/>
              <a:t>Klik untuk edit gaya teks Master</a:t>
            </a:r>
          </a:p>
        </p:txBody>
      </p:sp>
      <p:sp>
        <p:nvSpPr>
          <p:cNvPr id="4" name="Tampungan Tanggal 3">
            <a:extLst>
              <a:ext uri="{FF2B5EF4-FFF2-40B4-BE49-F238E27FC236}">
                <a16:creationId xmlns:a16="http://schemas.microsoft.com/office/drawing/2014/main" id="{BDC5957D-1804-F81F-5ECD-CA2600795FC8}"/>
              </a:ext>
            </a:extLst>
          </p:cNvPr>
          <p:cNvSpPr>
            <a:spLocks noGrp="1"/>
          </p:cNvSpPr>
          <p:nvPr>
            <p:ph type="dt" sz="half" idx="10"/>
          </p:nvPr>
        </p:nvSpPr>
        <p:spPr/>
        <p:txBody>
          <a:bodyPr/>
          <a:lstStyle/>
          <a:p>
            <a:fld id="{41C907AE-927D-DD4D-9EA4-C8E064D23496}" type="datetimeFigureOut">
              <a:rPr lang="id-ID" smtClean="0"/>
              <a:t>15/02/2026</a:t>
            </a:fld>
            <a:endParaRPr lang="id-ID"/>
          </a:p>
        </p:txBody>
      </p:sp>
      <p:sp>
        <p:nvSpPr>
          <p:cNvPr id="5" name="Tampungan Kaki 4">
            <a:extLst>
              <a:ext uri="{FF2B5EF4-FFF2-40B4-BE49-F238E27FC236}">
                <a16:creationId xmlns:a16="http://schemas.microsoft.com/office/drawing/2014/main" id="{03C8D098-AFA3-8627-8C41-8D37EF6217C5}"/>
              </a:ext>
            </a:extLst>
          </p:cNvPr>
          <p:cNvSpPr>
            <a:spLocks noGrp="1"/>
          </p:cNvSpPr>
          <p:nvPr>
            <p:ph type="ftr" sz="quarter" idx="11"/>
          </p:nvPr>
        </p:nvSpPr>
        <p:spPr/>
        <p:txBody>
          <a:bodyPr/>
          <a:lstStyle/>
          <a:p>
            <a:endParaRPr lang="id-ID"/>
          </a:p>
        </p:txBody>
      </p:sp>
      <p:sp>
        <p:nvSpPr>
          <p:cNvPr id="6" name="Tampungan Nomor Slide 5">
            <a:extLst>
              <a:ext uri="{FF2B5EF4-FFF2-40B4-BE49-F238E27FC236}">
                <a16:creationId xmlns:a16="http://schemas.microsoft.com/office/drawing/2014/main" id="{93D35283-959D-CFA5-A7E9-43553FFD055E}"/>
              </a:ext>
            </a:extLst>
          </p:cNvPr>
          <p:cNvSpPr>
            <a:spLocks noGrp="1"/>
          </p:cNvSpPr>
          <p:nvPr>
            <p:ph type="sldNum" sz="quarter" idx="12"/>
          </p:nvPr>
        </p:nvSpPr>
        <p:spPr/>
        <p:txBody>
          <a:bodyPr/>
          <a:lstStyle/>
          <a:p>
            <a:fld id="{FCFBF468-48A3-874D-B81E-8CF099021141}" type="slidenum">
              <a:rPr lang="id-ID" smtClean="0"/>
              <a:t>‹#›</a:t>
            </a:fld>
            <a:endParaRPr lang="id-ID"/>
          </a:p>
        </p:txBody>
      </p:sp>
    </p:spTree>
    <p:extLst>
      <p:ext uri="{BB962C8B-B14F-4D97-AF65-F5344CB8AC3E}">
        <p14:creationId xmlns:p14="http://schemas.microsoft.com/office/powerpoint/2010/main" val="3388131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 Konten">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75738E46-9558-E553-A2DB-ACCDC7D5811D}"/>
              </a:ext>
            </a:extLst>
          </p:cNvPr>
          <p:cNvSpPr>
            <a:spLocks noGrp="1"/>
          </p:cNvSpPr>
          <p:nvPr>
            <p:ph type="title"/>
          </p:nvPr>
        </p:nvSpPr>
        <p:spPr/>
        <p:txBody>
          <a:bodyPr/>
          <a:lstStyle/>
          <a:p>
            <a:r>
              <a:rPr lang="id-ID"/>
              <a:t>Klik untuk mengedit gaya judul Master</a:t>
            </a:r>
          </a:p>
        </p:txBody>
      </p:sp>
      <p:sp>
        <p:nvSpPr>
          <p:cNvPr id="3" name="Tampungan Konten 2">
            <a:extLst>
              <a:ext uri="{FF2B5EF4-FFF2-40B4-BE49-F238E27FC236}">
                <a16:creationId xmlns:a16="http://schemas.microsoft.com/office/drawing/2014/main" id="{871DA2E9-7C76-ECEE-03AF-630E2232D8FE}"/>
              </a:ext>
            </a:extLst>
          </p:cNvPr>
          <p:cNvSpPr>
            <a:spLocks noGrp="1"/>
          </p:cNvSpPr>
          <p:nvPr>
            <p:ph sz="half" idx="1"/>
          </p:nvPr>
        </p:nvSpPr>
        <p:spPr>
          <a:xfrm>
            <a:off x="838200" y="1825625"/>
            <a:ext cx="5181600" cy="4351338"/>
          </a:xfrm>
        </p:spPr>
        <p:txBody>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p>
        </p:txBody>
      </p:sp>
      <p:sp>
        <p:nvSpPr>
          <p:cNvPr id="4" name="Tampungan Konten 3">
            <a:extLst>
              <a:ext uri="{FF2B5EF4-FFF2-40B4-BE49-F238E27FC236}">
                <a16:creationId xmlns:a16="http://schemas.microsoft.com/office/drawing/2014/main" id="{2A4BE6C4-D9E7-C57A-A5C3-23BDC50C352A}"/>
              </a:ext>
            </a:extLst>
          </p:cNvPr>
          <p:cNvSpPr>
            <a:spLocks noGrp="1"/>
          </p:cNvSpPr>
          <p:nvPr>
            <p:ph sz="half" idx="2"/>
          </p:nvPr>
        </p:nvSpPr>
        <p:spPr>
          <a:xfrm>
            <a:off x="6172200" y="1825625"/>
            <a:ext cx="5181600" cy="4351338"/>
          </a:xfrm>
        </p:spPr>
        <p:txBody>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p>
        </p:txBody>
      </p:sp>
      <p:sp>
        <p:nvSpPr>
          <p:cNvPr id="5" name="Tampungan Tanggal 4">
            <a:extLst>
              <a:ext uri="{FF2B5EF4-FFF2-40B4-BE49-F238E27FC236}">
                <a16:creationId xmlns:a16="http://schemas.microsoft.com/office/drawing/2014/main" id="{824255E3-D2A1-2074-FEAC-3B7094271E32}"/>
              </a:ext>
            </a:extLst>
          </p:cNvPr>
          <p:cNvSpPr>
            <a:spLocks noGrp="1"/>
          </p:cNvSpPr>
          <p:nvPr>
            <p:ph type="dt" sz="half" idx="10"/>
          </p:nvPr>
        </p:nvSpPr>
        <p:spPr/>
        <p:txBody>
          <a:bodyPr/>
          <a:lstStyle/>
          <a:p>
            <a:fld id="{41C907AE-927D-DD4D-9EA4-C8E064D23496}" type="datetimeFigureOut">
              <a:rPr lang="id-ID" smtClean="0"/>
              <a:t>15/02/2026</a:t>
            </a:fld>
            <a:endParaRPr lang="id-ID"/>
          </a:p>
        </p:txBody>
      </p:sp>
      <p:sp>
        <p:nvSpPr>
          <p:cNvPr id="6" name="Tampungan Kaki 5">
            <a:extLst>
              <a:ext uri="{FF2B5EF4-FFF2-40B4-BE49-F238E27FC236}">
                <a16:creationId xmlns:a16="http://schemas.microsoft.com/office/drawing/2014/main" id="{3328F6A2-AFBA-E7D2-CDB7-0644F4CB0B08}"/>
              </a:ext>
            </a:extLst>
          </p:cNvPr>
          <p:cNvSpPr>
            <a:spLocks noGrp="1"/>
          </p:cNvSpPr>
          <p:nvPr>
            <p:ph type="ftr" sz="quarter" idx="11"/>
          </p:nvPr>
        </p:nvSpPr>
        <p:spPr/>
        <p:txBody>
          <a:bodyPr/>
          <a:lstStyle/>
          <a:p>
            <a:endParaRPr lang="id-ID"/>
          </a:p>
        </p:txBody>
      </p:sp>
      <p:sp>
        <p:nvSpPr>
          <p:cNvPr id="7" name="Tampungan Nomor Slide 6">
            <a:extLst>
              <a:ext uri="{FF2B5EF4-FFF2-40B4-BE49-F238E27FC236}">
                <a16:creationId xmlns:a16="http://schemas.microsoft.com/office/drawing/2014/main" id="{24F3AA1C-EA48-BDE5-0560-034C16EF802A}"/>
              </a:ext>
            </a:extLst>
          </p:cNvPr>
          <p:cNvSpPr>
            <a:spLocks noGrp="1"/>
          </p:cNvSpPr>
          <p:nvPr>
            <p:ph type="sldNum" sz="quarter" idx="12"/>
          </p:nvPr>
        </p:nvSpPr>
        <p:spPr/>
        <p:txBody>
          <a:bodyPr/>
          <a:lstStyle/>
          <a:p>
            <a:fld id="{FCFBF468-48A3-874D-B81E-8CF099021141}" type="slidenum">
              <a:rPr lang="id-ID" smtClean="0"/>
              <a:t>‹#›</a:t>
            </a:fld>
            <a:endParaRPr lang="id-ID"/>
          </a:p>
        </p:txBody>
      </p:sp>
    </p:spTree>
    <p:extLst>
      <p:ext uri="{BB962C8B-B14F-4D97-AF65-F5344CB8AC3E}">
        <p14:creationId xmlns:p14="http://schemas.microsoft.com/office/powerpoint/2010/main" val="1978002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erbandingan">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4B23BAA5-DBDD-AAEC-F273-65109FE2B608}"/>
              </a:ext>
            </a:extLst>
          </p:cNvPr>
          <p:cNvSpPr>
            <a:spLocks noGrp="1"/>
          </p:cNvSpPr>
          <p:nvPr>
            <p:ph type="title"/>
          </p:nvPr>
        </p:nvSpPr>
        <p:spPr>
          <a:xfrm>
            <a:off x="839788" y="365125"/>
            <a:ext cx="10515600" cy="1325563"/>
          </a:xfrm>
        </p:spPr>
        <p:txBody>
          <a:bodyPr/>
          <a:lstStyle/>
          <a:p>
            <a:r>
              <a:rPr lang="id-ID"/>
              <a:t>Klik untuk mengedit gaya judul Master</a:t>
            </a:r>
          </a:p>
        </p:txBody>
      </p:sp>
      <p:sp>
        <p:nvSpPr>
          <p:cNvPr id="3" name="Tampungan Teks 2">
            <a:extLst>
              <a:ext uri="{FF2B5EF4-FFF2-40B4-BE49-F238E27FC236}">
                <a16:creationId xmlns:a16="http://schemas.microsoft.com/office/drawing/2014/main" id="{ADB82B69-0C11-48F8-3A4A-DF5266DB95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d-ID"/>
              <a:t>Klik untuk edit gaya teks Master</a:t>
            </a:r>
          </a:p>
        </p:txBody>
      </p:sp>
      <p:sp>
        <p:nvSpPr>
          <p:cNvPr id="4" name="Tampungan Konten 3">
            <a:extLst>
              <a:ext uri="{FF2B5EF4-FFF2-40B4-BE49-F238E27FC236}">
                <a16:creationId xmlns:a16="http://schemas.microsoft.com/office/drawing/2014/main" id="{27B3FE4C-B30F-EFD2-0B60-28734E1C5C4D}"/>
              </a:ext>
            </a:extLst>
          </p:cNvPr>
          <p:cNvSpPr>
            <a:spLocks noGrp="1"/>
          </p:cNvSpPr>
          <p:nvPr>
            <p:ph sz="half" idx="2"/>
          </p:nvPr>
        </p:nvSpPr>
        <p:spPr>
          <a:xfrm>
            <a:off x="839788" y="2505075"/>
            <a:ext cx="5157787" cy="3684588"/>
          </a:xfrm>
        </p:spPr>
        <p:txBody>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p>
        </p:txBody>
      </p:sp>
      <p:sp>
        <p:nvSpPr>
          <p:cNvPr id="5" name="Tampungan Teks 4">
            <a:extLst>
              <a:ext uri="{FF2B5EF4-FFF2-40B4-BE49-F238E27FC236}">
                <a16:creationId xmlns:a16="http://schemas.microsoft.com/office/drawing/2014/main" id="{70C2DD9A-96A1-461E-686A-65D94F3526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d-ID"/>
              <a:t>Klik untuk edit gaya teks Master</a:t>
            </a:r>
          </a:p>
        </p:txBody>
      </p:sp>
      <p:sp>
        <p:nvSpPr>
          <p:cNvPr id="6" name="Tampungan Konten 5">
            <a:extLst>
              <a:ext uri="{FF2B5EF4-FFF2-40B4-BE49-F238E27FC236}">
                <a16:creationId xmlns:a16="http://schemas.microsoft.com/office/drawing/2014/main" id="{611D1DF9-97D0-E9E5-A856-C3E1C54ECA38}"/>
              </a:ext>
            </a:extLst>
          </p:cNvPr>
          <p:cNvSpPr>
            <a:spLocks noGrp="1"/>
          </p:cNvSpPr>
          <p:nvPr>
            <p:ph sz="quarter" idx="4"/>
          </p:nvPr>
        </p:nvSpPr>
        <p:spPr>
          <a:xfrm>
            <a:off x="6172200" y="2505075"/>
            <a:ext cx="5183188" cy="3684588"/>
          </a:xfrm>
        </p:spPr>
        <p:txBody>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p>
        </p:txBody>
      </p:sp>
      <p:sp>
        <p:nvSpPr>
          <p:cNvPr id="7" name="Tampungan Tanggal 6">
            <a:extLst>
              <a:ext uri="{FF2B5EF4-FFF2-40B4-BE49-F238E27FC236}">
                <a16:creationId xmlns:a16="http://schemas.microsoft.com/office/drawing/2014/main" id="{E62466F1-A7E3-C19F-2F3A-34DB31B618DD}"/>
              </a:ext>
            </a:extLst>
          </p:cNvPr>
          <p:cNvSpPr>
            <a:spLocks noGrp="1"/>
          </p:cNvSpPr>
          <p:nvPr>
            <p:ph type="dt" sz="half" idx="10"/>
          </p:nvPr>
        </p:nvSpPr>
        <p:spPr/>
        <p:txBody>
          <a:bodyPr/>
          <a:lstStyle/>
          <a:p>
            <a:fld id="{41C907AE-927D-DD4D-9EA4-C8E064D23496}" type="datetimeFigureOut">
              <a:rPr lang="id-ID" smtClean="0"/>
              <a:t>15/02/2026</a:t>
            </a:fld>
            <a:endParaRPr lang="id-ID"/>
          </a:p>
        </p:txBody>
      </p:sp>
      <p:sp>
        <p:nvSpPr>
          <p:cNvPr id="8" name="Tampungan Kaki 7">
            <a:extLst>
              <a:ext uri="{FF2B5EF4-FFF2-40B4-BE49-F238E27FC236}">
                <a16:creationId xmlns:a16="http://schemas.microsoft.com/office/drawing/2014/main" id="{8A07D0AA-0BA6-BCF6-83EA-9B4924E1D1D8}"/>
              </a:ext>
            </a:extLst>
          </p:cNvPr>
          <p:cNvSpPr>
            <a:spLocks noGrp="1"/>
          </p:cNvSpPr>
          <p:nvPr>
            <p:ph type="ftr" sz="quarter" idx="11"/>
          </p:nvPr>
        </p:nvSpPr>
        <p:spPr/>
        <p:txBody>
          <a:bodyPr/>
          <a:lstStyle/>
          <a:p>
            <a:endParaRPr lang="id-ID"/>
          </a:p>
        </p:txBody>
      </p:sp>
      <p:sp>
        <p:nvSpPr>
          <p:cNvPr id="9" name="Tampungan Nomor Slide 8">
            <a:extLst>
              <a:ext uri="{FF2B5EF4-FFF2-40B4-BE49-F238E27FC236}">
                <a16:creationId xmlns:a16="http://schemas.microsoft.com/office/drawing/2014/main" id="{2855BF0D-92FA-EEB1-D9B7-370E3BEB5BB0}"/>
              </a:ext>
            </a:extLst>
          </p:cNvPr>
          <p:cNvSpPr>
            <a:spLocks noGrp="1"/>
          </p:cNvSpPr>
          <p:nvPr>
            <p:ph type="sldNum" sz="quarter" idx="12"/>
          </p:nvPr>
        </p:nvSpPr>
        <p:spPr/>
        <p:txBody>
          <a:bodyPr/>
          <a:lstStyle/>
          <a:p>
            <a:fld id="{FCFBF468-48A3-874D-B81E-8CF099021141}" type="slidenum">
              <a:rPr lang="id-ID" smtClean="0"/>
              <a:t>‹#›</a:t>
            </a:fld>
            <a:endParaRPr lang="id-ID"/>
          </a:p>
        </p:txBody>
      </p:sp>
    </p:spTree>
    <p:extLst>
      <p:ext uri="{BB962C8B-B14F-4D97-AF65-F5344CB8AC3E}">
        <p14:creationId xmlns:p14="http://schemas.microsoft.com/office/powerpoint/2010/main" val="41246251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Judul Saja">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0BA360F6-2672-EFE4-9EA4-A5F39659E167}"/>
              </a:ext>
            </a:extLst>
          </p:cNvPr>
          <p:cNvSpPr>
            <a:spLocks noGrp="1"/>
          </p:cNvSpPr>
          <p:nvPr>
            <p:ph type="title"/>
          </p:nvPr>
        </p:nvSpPr>
        <p:spPr/>
        <p:txBody>
          <a:bodyPr/>
          <a:lstStyle/>
          <a:p>
            <a:r>
              <a:rPr lang="id-ID"/>
              <a:t>Klik untuk mengedit gaya judul Master</a:t>
            </a:r>
          </a:p>
        </p:txBody>
      </p:sp>
      <p:sp>
        <p:nvSpPr>
          <p:cNvPr id="3" name="Tampungan Tanggal 2">
            <a:extLst>
              <a:ext uri="{FF2B5EF4-FFF2-40B4-BE49-F238E27FC236}">
                <a16:creationId xmlns:a16="http://schemas.microsoft.com/office/drawing/2014/main" id="{9B6E5F84-7C70-271C-3F9B-4DF11D8216C6}"/>
              </a:ext>
            </a:extLst>
          </p:cNvPr>
          <p:cNvSpPr>
            <a:spLocks noGrp="1"/>
          </p:cNvSpPr>
          <p:nvPr>
            <p:ph type="dt" sz="half" idx="10"/>
          </p:nvPr>
        </p:nvSpPr>
        <p:spPr/>
        <p:txBody>
          <a:bodyPr/>
          <a:lstStyle/>
          <a:p>
            <a:fld id="{41C907AE-927D-DD4D-9EA4-C8E064D23496}" type="datetimeFigureOut">
              <a:rPr lang="id-ID" smtClean="0"/>
              <a:t>15/02/2026</a:t>
            </a:fld>
            <a:endParaRPr lang="id-ID"/>
          </a:p>
        </p:txBody>
      </p:sp>
      <p:sp>
        <p:nvSpPr>
          <p:cNvPr id="4" name="Tampungan Kaki 3">
            <a:extLst>
              <a:ext uri="{FF2B5EF4-FFF2-40B4-BE49-F238E27FC236}">
                <a16:creationId xmlns:a16="http://schemas.microsoft.com/office/drawing/2014/main" id="{D168DDA9-4424-44F6-58D7-BC75F8C832E7}"/>
              </a:ext>
            </a:extLst>
          </p:cNvPr>
          <p:cNvSpPr>
            <a:spLocks noGrp="1"/>
          </p:cNvSpPr>
          <p:nvPr>
            <p:ph type="ftr" sz="quarter" idx="11"/>
          </p:nvPr>
        </p:nvSpPr>
        <p:spPr/>
        <p:txBody>
          <a:bodyPr/>
          <a:lstStyle/>
          <a:p>
            <a:endParaRPr lang="id-ID"/>
          </a:p>
        </p:txBody>
      </p:sp>
      <p:sp>
        <p:nvSpPr>
          <p:cNvPr id="5" name="Tampungan Nomor Slide 4">
            <a:extLst>
              <a:ext uri="{FF2B5EF4-FFF2-40B4-BE49-F238E27FC236}">
                <a16:creationId xmlns:a16="http://schemas.microsoft.com/office/drawing/2014/main" id="{EFC65465-4187-D244-1985-0823B59C077E}"/>
              </a:ext>
            </a:extLst>
          </p:cNvPr>
          <p:cNvSpPr>
            <a:spLocks noGrp="1"/>
          </p:cNvSpPr>
          <p:nvPr>
            <p:ph type="sldNum" sz="quarter" idx="12"/>
          </p:nvPr>
        </p:nvSpPr>
        <p:spPr/>
        <p:txBody>
          <a:bodyPr/>
          <a:lstStyle/>
          <a:p>
            <a:fld id="{FCFBF468-48A3-874D-B81E-8CF099021141}" type="slidenum">
              <a:rPr lang="id-ID" smtClean="0"/>
              <a:t>‹#›</a:t>
            </a:fld>
            <a:endParaRPr lang="id-ID"/>
          </a:p>
        </p:txBody>
      </p:sp>
    </p:spTree>
    <p:extLst>
      <p:ext uri="{BB962C8B-B14F-4D97-AF65-F5344CB8AC3E}">
        <p14:creationId xmlns:p14="http://schemas.microsoft.com/office/powerpoint/2010/main" val="2067296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Kosong">
    <p:spTree>
      <p:nvGrpSpPr>
        <p:cNvPr id="1" name=""/>
        <p:cNvGrpSpPr/>
        <p:nvPr/>
      </p:nvGrpSpPr>
      <p:grpSpPr>
        <a:xfrm>
          <a:off x="0" y="0"/>
          <a:ext cx="0" cy="0"/>
          <a:chOff x="0" y="0"/>
          <a:chExt cx="0" cy="0"/>
        </a:xfrm>
      </p:grpSpPr>
      <p:sp>
        <p:nvSpPr>
          <p:cNvPr id="2" name="Tampungan Tanggal 1">
            <a:extLst>
              <a:ext uri="{FF2B5EF4-FFF2-40B4-BE49-F238E27FC236}">
                <a16:creationId xmlns:a16="http://schemas.microsoft.com/office/drawing/2014/main" id="{7978887B-3601-C603-5486-C5E16D705EE1}"/>
              </a:ext>
            </a:extLst>
          </p:cNvPr>
          <p:cNvSpPr>
            <a:spLocks noGrp="1"/>
          </p:cNvSpPr>
          <p:nvPr>
            <p:ph type="dt" sz="half" idx="10"/>
          </p:nvPr>
        </p:nvSpPr>
        <p:spPr/>
        <p:txBody>
          <a:bodyPr/>
          <a:lstStyle/>
          <a:p>
            <a:fld id="{41C907AE-927D-DD4D-9EA4-C8E064D23496}" type="datetimeFigureOut">
              <a:rPr lang="id-ID" smtClean="0"/>
              <a:t>15/02/2026</a:t>
            </a:fld>
            <a:endParaRPr lang="id-ID"/>
          </a:p>
        </p:txBody>
      </p:sp>
      <p:sp>
        <p:nvSpPr>
          <p:cNvPr id="3" name="Tampungan Kaki 2">
            <a:extLst>
              <a:ext uri="{FF2B5EF4-FFF2-40B4-BE49-F238E27FC236}">
                <a16:creationId xmlns:a16="http://schemas.microsoft.com/office/drawing/2014/main" id="{B5665DB8-824D-6CB7-7E89-4F95595E8D7C}"/>
              </a:ext>
            </a:extLst>
          </p:cNvPr>
          <p:cNvSpPr>
            <a:spLocks noGrp="1"/>
          </p:cNvSpPr>
          <p:nvPr>
            <p:ph type="ftr" sz="quarter" idx="11"/>
          </p:nvPr>
        </p:nvSpPr>
        <p:spPr/>
        <p:txBody>
          <a:bodyPr/>
          <a:lstStyle/>
          <a:p>
            <a:endParaRPr lang="id-ID"/>
          </a:p>
        </p:txBody>
      </p:sp>
      <p:sp>
        <p:nvSpPr>
          <p:cNvPr id="4" name="Tampungan Nomor Slide 3">
            <a:extLst>
              <a:ext uri="{FF2B5EF4-FFF2-40B4-BE49-F238E27FC236}">
                <a16:creationId xmlns:a16="http://schemas.microsoft.com/office/drawing/2014/main" id="{48CE1190-12D5-C09E-D14D-B4A65989371D}"/>
              </a:ext>
            </a:extLst>
          </p:cNvPr>
          <p:cNvSpPr>
            <a:spLocks noGrp="1"/>
          </p:cNvSpPr>
          <p:nvPr>
            <p:ph type="sldNum" sz="quarter" idx="12"/>
          </p:nvPr>
        </p:nvSpPr>
        <p:spPr/>
        <p:txBody>
          <a:bodyPr/>
          <a:lstStyle/>
          <a:p>
            <a:fld id="{FCFBF468-48A3-874D-B81E-8CF099021141}" type="slidenum">
              <a:rPr lang="id-ID" smtClean="0"/>
              <a:t>‹#›</a:t>
            </a:fld>
            <a:endParaRPr lang="id-ID"/>
          </a:p>
        </p:txBody>
      </p:sp>
    </p:spTree>
    <p:extLst>
      <p:ext uri="{BB962C8B-B14F-4D97-AF65-F5344CB8AC3E}">
        <p14:creationId xmlns:p14="http://schemas.microsoft.com/office/powerpoint/2010/main" val="39909508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Konten dengan Keterangan">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0DD34CCE-E2C1-839F-2D54-D80BB87AC556}"/>
              </a:ext>
            </a:extLst>
          </p:cNvPr>
          <p:cNvSpPr>
            <a:spLocks noGrp="1"/>
          </p:cNvSpPr>
          <p:nvPr>
            <p:ph type="title"/>
          </p:nvPr>
        </p:nvSpPr>
        <p:spPr>
          <a:xfrm>
            <a:off x="839788" y="457200"/>
            <a:ext cx="3932237" cy="1600200"/>
          </a:xfrm>
        </p:spPr>
        <p:txBody>
          <a:bodyPr anchor="b"/>
          <a:lstStyle>
            <a:lvl1pPr>
              <a:defRPr sz="3200"/>
            </a:lvl1pPr>
          </a:lstStyle>
          <a:p>
            <a:r>
              <a:rPr lang="id-ID"/>
              <a:t>Klik untuk mengedit gaya judul Master</a:t>
            </a:r>
          </a:p>
        </p:txBody>
      </p:sp>
      <p:sp>
        <p:nvSpPr>
          <p:cNvPr id="3" name="Tampungan Konten 2">
            <a:extLst>
              <a:ext uri="{FF2B5EF4-FFF2-40B4-BE49-F238E27FC236}">
                <a16:creationId xmlns:a16="http://schemas.microsoft.com/office/drawing/2014/main" id="{4BBE9439-6216-B9EB-71FC-8FA1BCB866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p>
        </p:txBody>
      </p:sp>
      <p:sp>
        <p:nvSpPr>
          <p:cNvPr id="4" name="Tampungan Teks 3">
            <a:extLst>
              <a:ext uri="{FF2B5EF4-FFF2-40B4-BE49-F238E27FC236}">
                <a16:creationId xmlns:a16="http://schemas.microsoft.com/office/drawing/2014/main" id="{D9B35C70-B076-4529-D247-60494D3024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d-ID"/>
              <a:t>Klik untuk edit gaya teks Master</a:t>
            </a:r>
          </a:p>
        </p:txBody>
      </p:sp>
      <p:sp>
        <p:nvSpPr>
          <p:cNvPr id="5" name="Tampungan Tanggal 4">
            <a:extLst>
              <a:ext uri="{FF2B5EF4-FFF2-40B4-BE49-F238E27FC236}">
                <a16:creationId xmlns:a16="http://schemas.microsoft.com/office/drawing/2014/main" id="{638359DD-4291-8260-AF96-871552141B5F}"/>
              </a:ext>
            </a:extLst>
          </p:cNvPr>
          <p:cNvSpPr>
            <a:spLocks noGrp="1"/>
          </p:cNvSpPr>
          <p:nvPr>
            <p:ph type="dt" sz="half" idx="10"/>
          </p:nvPr>
        </p:nvSpPr>
        <p:spPr/>
        <p:txBody>
          <a:bodyPr/>
          <a:lstStyle/>
          <a:p>
            <a:fld id="{41C907AE-927D-DD4D-9EA4-C8E064D23496}" type="datetimeFigureOut">
              <a:rPr lang="id-ID" smtClean="0"/>
              <a:t>15/02/2026</a:t>
            </a:fld>
            <a:endParaRPr lang="id-ID"/>
          </a:p>
        </p:txBody>
      </p:sp>
      <p:sp>
        <p:nvSpPr>
          <p:cNvPr id="6" name="Tampungan Kaki 5">
            <a:extLst>
              <a:ext uri="{FF2B5EF4-FFF2-40B4-BE49-F238E27FC236}">
                <a16:creationId xmlns:a16="http://schemas.microsoft.com/office/drawing/2014/main" id="{1D2284A0-D96F-FF0F-D2B2-06E535A2BEE1}"/>
              </a:ext>
            </a:extLst>
          </p:cNvPr>
          <p:cNvSpPr>
            <a:spLocks noGrp="1"/>
          </p:cNvSpPr>
          <p:nvPr>
            <p:ph type="ftr" sz="quarter" idx="11"/>
          </p:nvPr>
        </p:nvSpPr>
        <p:spPr/>
        <p:txBody>
          <a:bodyPr/>
          <a:lstStyle/>
          <a:p>
            <a:endParaRPr lang="id-ID"/>
          </a:p>
        </p:txBody>
      </p:sp>
      <p:sp>
        <p:nvSpPr>
          <p:cNvPr id="7" name="Tampungan Nomor Slide 6">
            <a:extLst>
              <a:ext uri="{FF2B5EF4-FFF2-40B4-BE49-F238E27FC236}">
                <a16:creationId xmlns:a16="http://schemas.microsoft.com/office/drawing/2014/main" id="{923B1051-E0A5-120C-64E6-DFFF456BD08A}"/>
              </a:ext>
            </a:extLst>
          </p:cNvPr>
          <p:cNvSpPr>
            <a:spLocks noGrp="1"/>
          </p:cNvSpPr>
          <p:nvPr>
            <p:ph type="sldNum" sz="quarter" idx="12"/>
          </p:nvPr>
        </p:nvSpPr>
        <p:spPr/>
        <p:txBody>
          <a:bodyPr/>
          <a:lstStyle/>
          <a:p>
            <a:fld id="{FCFBF468-48A3-874D-B81E-8CF099021141}" type="slidenum">
              <a:rPr lang="id-ID" smtClean="0"/>
              <a:t>‹#›</a:t>
            </a:fld>
            <a:endParaRPr lang="id-ID"/>
          </a:p>
        </p:txBody>
      </p:sp>
    </p:spTree>
    <p:extLst>
      <p:ext uri="{BB962C8B-B14F-4D97-AF65-F5344CB8AC3E}">
        <p14:creationId xmlns:p14="http://schemas.microsoft.com/office/powerpoint/2010/main" val="105306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Gambar dengan Keterangan">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3E4D6A4B-8E37-D54F-C1A4-2F849F406A9E}"/>
              </a:ext>
            </a:extLst>
          </p:cNvPr>
          <p:cNvSpPr>
            <a:spLocks noGrp="1"/>
          </p:cNvSpPr>
          <p:nvPr>
            <p:ph type="title"/>
          </p:nvPr>
        </p:nvSpPr>
        <p:spPr>
          <a:xfrm>
            <a:off x="839788" y="457200"/>
            <a:ext cx="3932237" cy="1600200"/>
          </a:xfrm>
        </p:spPr>
        <p:txBody>
          <a:bodyPr anchor="b"/>
          <a:lstStyle>
            <a:lvl1pPr>
              <a:defRPr sz="3200"/>
            </a:lvl1pPr>
          </a:lstStyle>
          <a:p>
            <a:r>
              <a:rPr lang="id-ID"/>
              <a:t>Klik untuk mengedit gaya judul Master</a:t>
            </a:r>
          </a:p>
        </p:txBody>
      </p:sp>
      <p:sp>
        <p:nvSpPr>
          <p:cNvPr id="3" name="Tampungan Gambar 2">
            <a:extLst>
              <a:ext uri="{FF2B5EF4-FFF2-40B4-BE49-F238E27FC236}">
                <a16:creationId xmlns:a16="http://schemas.microsoft.com/office/drawing/2014/main" id="{1FA2F3F5-D001-6E23-1458-564A0AF4B4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d-ID"/>
          </a:p>
        </p:txBody>
      </p:sp>
      <p:sp>
        <p:nvSpPr>
          <p:cNvPr id="4" name="Tampungan Teks 3">
            <a:extLst>
              <a:ext uri="{FF2B5EF4-FFF2-40B4-BE49-F238E27FC236}">
                <a16:creationId xmlns:a16="http://schemas.microsoft.com/office/drawing/2014/main" id="{F74DB592-F245-4B6F-1B51-B4D3864C71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d-ID"/>
              <a:t>Klik untuk edit gaya teks Master</a:t>
            </a:r>
          </a:p>
        </p:txBody>
      </p:sp>
      <p:sp>
        <p:nvSpPr>
          <p:cNvPr id="5" name="Tampungan Tanggal 4">
            <a:extLst>
              <a:ext uri="{FF2B5EF4-FFF2-40B4-BE49-F238E27FC236}">
                <a16:creationId xmlns:a16="http://schemas.microsoft.com/office/drawing/2014/main" id="{45B607EC-E240-2352-8DB2-FE8EB9B36BE7}"/>
              </a:ext>
            </a:extLst>
          </p:cNvPr>
          <p:cNvSpPr>
            <a:spLocks noGrp="1"/>
          </p:cNvSpPr>
          <p:nvPr>
            <p:ph type="dt" sz="half" idx="10"/>
          </p:nvPr>
        </p:nvSpPr>
        <p:spPr/>
        <p:txBody>
          <a:bodyPr/>
          <a:lstStyle/>
          <a:p>
            <a:fld id="{41C907AE-927D-DD4D-9EA4-C8E064D23496}" type="datetimeFigureOut">
              <a:rPr lang="id-ID" smtClean="0"/>
              <a:t>15/02/2026</a:t>
            </a:fld>
            <a:endParaRPr lang="id-ID"/>
          </a:p>
        </p:txBody>
      </p:sp>
      <p:sp>
        <p:nvSpPr>
          <p:cNvPr id="6" name="Tampungan Kaki 5">
            <a:extLst>
              <a:ext uri="{FF2B5EF4-FFF2-40B4-BE49-F238E27FC236}">
                <a16:creationId xmlns:a16="http://schemas.microsoft.com/office/drawing/2014/main" id="{55316B3A-78E2-552B-F9A4-2E3627CE444E}"/>
              </a:ext>
            </a:extLst>
          </p:cNvPr>
          <p:cNvSpPr>
            <a:spLocks noGrp="1"/>
          </p:cNvSpPr>
          <p:nvPr>
            <p:ph type="ftr" sz="quarter" idx="11"/>
          </p:nvPr>
        </p:nvSpPr>
        <p:spPr/>
        <p:txBody>
          <a:bodyPr/>
          <a:lstStyle/>
          <a:p>
            <a:endParaRPr lang="id-ID"/>
          </a:p>
        </p:txBody>
      </p:sp>
      <p:sp>
        <p:nvSpPr>
          <p:cNvPr id="7" name="Tampungan Nomor Slide 6">
            <a:extLst>
              <a:ext uri="{FF2B5EF4-FFF2-40B4-BE49-F238E27FC236}">
                <a16:creationId xmlns:a16="http://schemas.microsoft.com/office/drawing/2014/main" id="{5ED56B39-EE6C-DDD1-3CD4-E6D0D7562DFD}"/>
              </a:ext>
            </a:extLst>
          </p:cNvPr>
          <p:cNvSpPr>
            <a:spLocks noGrp="1"/>
          </p:cNvSpPr>
          <p:nvPr>
            <p:ph type="sldNum" sz="quarter" idx="12"/>
          </p:nvPr>
        </p:nvSpPr>
        <p:spPr/>
        <p:txBody>
          <a:bodyPr/>
          <a:lstStyle/>
          <a:p>
            <a:fld id="{FCFBF468-48A3-874D-B81E-8CF099021141}" type="slidenum">
              <a:rPr lang="id-ID" smtClean="0"/>
              <a:t>‹#›</a:t>
            </a:fld>
            <a:endParaRPr lang="id-ID"/>
          </a:p>
        </p:txBody>
      </p:sp>
    </p:spTree>
    <p:extLst>
      <p:ext uri="{BB962C8B-B14F-4D97-AF65-F5344CB8AC3E}">
        <p14:creationId xmlns:p14="http://schemas.microsoft.com/office/powerpoint/2010/main" val="151066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Judul dan Teks Vertikal">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CBBCBF01-51E7-5E8A-7404-966077B8FC0A}"/>
              </a:ext>
            </a:extLst>
          </p:cNvPr>
          <p:cNvSpPr>
            <a:spLocks noGrp="1"/>
          </p:cNvSpPr>
          <p:nvPr>
            <p:ph type="title"/>
          </p:nvPr>
        </p:nvSpPr>
        <p:spPr/>
        <p:txBody>
          <a:bodyPr/>
          <a:lstStyle/>
          <a:p>
            <a:r>
              <a:rPr lang="id-ID"/>
              <a:t>Klik untuk mengedit gaya judul Master</a:t>
            </a:r>
          </a:p>
        </p:txBody>
      </p:sp>
      <p:sp>
        <p:nvSpPr>
          <p:cNvPr id="3" name="Tampungan Teks Vertikal 2">
            <a:extLst>
              <a:ext uri="{FF2B5EF4-FFF2-40B4-BE49-F238E27FC236}">
                <a16:creationId xmlns:a16="http://schemas.microsoft.com/office/drawing/2014/main" id="{16438944-4836-1139-0E2F-54D30009611A}"/>
              </a:ext>
            </a:extLst>
          </p:cNvPr>
          <p:cNvSpPr>
            <a:spLocks noGrp="1"/>
          </p:cNvSpPr>
          <p:nvPr>
            <p:ph type="body" orient="vert" idx="1"/>
          </p:nvPr>
        </p:nvSpPr>
        <p:spPr/>
        <p:txBody>
          <a:bodyPr vert="eaVert"/>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p>
        </p:txBody>
      </p:sp>
      <p:sp>
        <p:nvSpPr>
          <p:cNvPr id="4" name="Tampungan Tanggal 3">
            <a:extLst>
              <a:ext uri="{FF2B5EF4-FFF2-40B4-BE49-F238E27FC236}">
                <a16:creationId xmlns:a16="http://schemas.microsoft.com/office/drawing/2014/main" id="{02C80BA8-DCFC-7DF7-1176-0B498C4B1E29}"/>
              </a:ext>
            </a:extLst>
          </p:cNvPr>
          <p:cNvSpPr>
            <a:spLocks noGrp="1"/>
          </p:cNvSpPr>
          <p:nvPr>
            <p:ph type="dt" sz="half" idx="10"/>
          </p:nvPr>
        </p:nvSpPr>
        <p:spPr/>
        <p:txBody>
          <a:bodyPr/>
          <a:lstStyle/>
          <a:p>
            <a:fld id="{41C907AE-927D-DD4D-9EA4-C8E064D23496}" type="datetimeFigureOut">
              <a:rPr lang="id-ID" smtClean="0"/>
              <a:t>15/02/2026</a:t>
            </a:fld>
            <a:endParaRPr lang="id-ID"/>
          </a:p>
        </p:txBody>
      </p:sp>
      <p:sp>
        <p:nvSpPr>
          <p:cNvPr id="5" name="Tampungan Kaki 4">
            <a:extLst>
              <a:ext uri="{FF2B5EF4-FFF2-40B4-BE49-F238E27FC236}">
                <a16:creationId xmlns:a16="http://schemas.microsoft.com/office/drawing/2014/main" id="{37BCEAF8-5E8D-28BD-4A84-583E4E38697F}"/>
              </a:ext>
            </a:extLst>
          </p:cNvPr>
          <p:cNvSpPr>
            <a:spLocks noGrp="1"/>
          </p:cNvSpPr>
          <p:nvPr>
            <p:ph type="ftr" sz="quarter" idx="11"/>
          </p:nvPr>
        </p:nvSpPr>
        <p:spPr/>
        <p:txBody>
          <a:bodyPr/>
          <a:lstStyle/>
          <a:p>
            <a:endParaRPr lang="id-ID"/>
          </a:p>
        </p:txBody>
      </p:sp>
      <p:sp>
        <p:nvSpPr>
          <p:cNvPr id="6" name="Tampungan Nomor Slide 5">
            <a:extLst>
              <a:ext uri="{FF2B5EF4-FFF2-40B4-BE49-F238E27FC236}">
                <a16:creationId xmlns:a16="http://schemas.microsoft.com/office/drawing/2014/main" id="{331BFABD-83F2-6483-56B6-9D951C314219}"/>
              </a:ext>
            </a:extLst>
          </p:cNvPr>
          <p:cNvSpPr>
            <a:spLocks noGrp="1"/>
          </p:cNvSpPr>
          <p:nvPr>
            <p:ph type="sldNum" sz="quarter" idx="12"/>
          </p:nvPr>
        </p:nvSpPr>
        <p:spPr/>
        <p:txBody>
          <a:bodyPr/>
          <a:lstStyle/>
          <a:p>
            <a:fld id="{FCFBF468-48A3-874D-B81E-8CF099021141}" type="slidenum">
              <a:rPr lang="id-ID" smtClean="0"/>
              <a:t>‹#›</a:t>
            </a:fld>
            <a:endParaRPr lang="id-ID"/>
          </a:p>
        </p:txBody>
      </p:sp>
    </p:spTree>
    <p:extLst>
      <p:ext uri="{BB962C8B-B14F-4D97-AF65-F5344CB8AC3E}">
        <p14:creationId xmlns:p14="http://schemas.microsoft.com/office/powerpoint/2010/main" val="22867818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Judul Vertikal dan Teks">
    <p:spTree>
      <p:nvGrpSpPr>
        <p:cNvPr id="1" name=""/>
        <p:cNvGrpSpPr/>
        <p:nvPr/>
      </p:nvGrpSpPr>
      <p:grpSpPr>
        <a:xfrm>
          <a:off x="0" y="0"/>
          <a:ext cx="0" cy="0"/>
          <a:chOff x="0" y="0"/>
          <a:chExt cx="0" cy="0"/>
        </a:xfrm>
      </p:grpSpPr>
      <p:sp>
        <p:nvSpPr>
          <p:cNvPr id="2" name="Judul Vertikal 1">
            <a:extLst>
              <a:ext uri="{FF2B5EF4-FFF2-40B4-BE49-F238E27FC236}">
                <a16:creationId xmlns:a16="http://schemas.microsoft.com/office/drawing/2014/main" id="{20F4989F-C4DE-B755-DA0A-B67694D1D986}"/>
              </a:ext>
            </a:extLst>
          </p:cNvPr>
          <p:cNvSpPr>
            <a:spLocks noGrp="1"/>
          </p:cNvSpPr>
          <p:nvPr>
            <p:ph type="title" orient="vert"/>
          </p:nvPr>
        </p:nvSpPr>
        <p:spPr>
          <a:xfrm>
            <a:off x="8724900" y="365125"/>
            <a:ext cx="2628900" cy="5811838"/>
          </a:xfrm>
        </p:spPr>
        <p:txBody>
          <a:bodyPr vert="eaVert"/>
          <a:lstStyle/>
          <a:p>
            <a:r>
              <a:rPr lang="id-ID"/>
              <a:t>Klik untuk mengedit gaya judul Master</a:t>
            </a:r>
          </a:p>
        </p:txBody>
      </p:sp>
      <p:sp>
        <p:nvSpPr>
          <p:cNvPr id="3" name="Tampungan Teks Vertikal 2">
            <a:extLst>
              <a:ext uri="{FF2B5EF4-FFF2-40B4-BE49-F238E27FC236}">
                <a16:creationId xmlns:a16="http://schemas.microsoft.com/office/drawing/2014/main" id="{85B38829-5280-FBE7-9D89-72EC1185C259}"/>
              </a:ext>
            </a:extLst>
          </p:cNvPr>
          <p:cNvSpPr>
            <a:spLocks noGrp="1"/>
          </p:cNvSpPr>
          <p:nvPr>
            <p:ph type="body" orient="vert" idx="1"/>
          </p:nvPr>
        </p:nvSpPr>
        <p:spPr>
          <a:xfrm>
            <a:off x="838200" y="365125"/>
            <a:ext cx="7734300" cy="5811838"/>
          </a:xfrm>
        </p:spPr>
        <p:txBody>
          <a:bodyPr vert="eaVert"/>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p>
        </p:txBody>
      </p:sp>
      <p:sp>
        <p:nvSpPr>
          <p:cNvPr id="4" name="Tampungan Tanggal 3">
            <a:extLst>
              <a:ext uri="{FF2B5EF4-FFF2-40B4-BE49-F238E27FC236}">
                <a16:creationId xmlns:a16="http://schemas.microsoft.com/office/drawing/2014/main" id="{2BE0E849-A76F-DAC9-47BC-EAE4BD266BAF}"/>
              </a:ext>
            </a:extLst>
          </p:cNvPr>
          <p:cNvSpPr>
            <a:spLocks noGrp="1"/>
          </p:cNvSpPr>
          <p:nvPr>
            <p:ph type="dt" sz="half" idx="10"/>
          </p:nvPr>
        </p:nvSpPr>
        <p:spPr/>
        <p:txBody>
          <a:bodyPr/>
          <a:lstStyle/>
          <a:p>
            <a:fld id="{41C907AE-927D-DD4D-9EA4-C8E064D23496}" type="datetimeFigureOut">
              <a:rPr lang="id-ID" smtClean="0"/>
              <a:t>15/02/2026</a:t>
            </a:fld>
            <a:endParaRPr lang="id-ID"/>
          </a:p>
        </p:txBody>
      </p:sp>
      <p:sp>
        <p:nvSpPr>
          <p:cNvPr id="5" name="Tampungan Kaki 4">
            <a:extLst>
              <a:ext uri="{FF2B5EF4-FFF2-40B4-BE49-F238E27FC236}">
                <a16:creationId xmlns:a16="http://schemas.microsoft.com/office/drawing/2014/main" id="{31CDD37B-531A-ADE5-F74B-D31A0D9B3437}"/>
              </a:ext>
            </a:extLst>
          </p:cNvPr>
          <p:cNvSpPr>
            <a:spLocks noGrp="1"/>
          </p:cNvSpPr>
          <p:nvPr>
            <p:ph type="ftr" sz="quarter" idx="11"/>
          </p:nvPr>
        </p:nvSpPr>
        <p:spPr/>
        <p:txBody>
          <a:bodyPr/>
          <a:lstStyle/>
          <a:p>
            <a:endParaRPr lang="id-ID"/>
          </a:p>
        </p:txBody>
      </p:sp>
      <p:sp>
        <p:nvSpPr>
          <p:cNvPr id="6" name="Tampungan Nomor Slide 5">
            <a:extLst>
              <a:ext uri="{FF2B5EF4-FFF2-40B4-BE49-F238E27FC236}">
                <a16:creationId xmlns:a16="http://schemas.microsoft.com/office/drawing/2014/main" id="{924EB321-CAD3-6144-DA3E-4C048A85B838}"/>
              </a:ext>
            </a:extLst>
          </p:cNvPr>
          <p:cNvSpPr>
            <a:spLocks noGrp="1"/>
          </p:cNvSpPr>
          <p:nvPr>
            <p:ph type="sldNum" sz="quarter" idx="12"/>
          </p:nvPr>
        </p:nvSpPr>
        <p:spPr/>
        <p:txBody>
          <a:bodyPr/>
          <a:lstStyle/>
          <a:p>
            <a:fld id="{FCFBF468-48A3-874D-B81E-8CF099021141}" type="slidenum">
              <a:rPr lang="id-ID" smtClean="0"/>
              <a:t>‹#›</a:t>
            </a:fld>
            <a:endParaRPr lang="id-ID"/>
          </a:p>
        </p:txBody>
      </p:sp>
    </p:spTree>
    <p:extLst>
      <p:ext uri="{BB962C8B-B14F-4D97-AF65-F5344CB8AC3E}">
        <p14:creationId xmlns:p14="http://schemas.microsoft.com/office/powerpoint/2010/main" val="26493854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ampungan Judul 1">
            <a:extLst>
              <a:ext uri="{FF2B5EF4-FFF2-40B4-BE49-F238E27FC236}">
                <a16:creationId xmlns:a16="http://schemas.microsoft.com/office/drawing/2014/main" id="{EE72F89D-872D-206F-10A0-2E427BFB48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d-ID"/>
              <a:t>Klik untuk mengedit gaya judul Master</a:t>
            </a:r>
          </a:p>
        </p:txBody>
      </p:sp>
      <p:sp>
        <p:nvSpPr>
          <p:cNvPr id="3" name="Tampungan Teks 2">
            <a:extLst>
              <a:ext uri="{FF2B5EF4-FFF2-40B4-BE49-F238E27FC236}">
                <a16:creationId xmlns:a16="http://schemas.microsoft.com/office/drawing/2014/main" id="{4A3A2289-6820-6F95-7D55-A6E8C9EC91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p>
        </p:txBody>
      </p:sp>
      <p:sp>
        <p:nvSpPr>
          <p:cNvPr id="4" name="Tampungan Tanggal 3">
            <a:extLst>
              <a:ext uri="{FF2B5EF4-FFF2-40B4-BE49-F238E27FC236}">
                <a16:creationId xmlns:a16="http://schemas.microsoft.com/office/drawing/2014/main" id="{A398F7FE-72C1-EBBE-96C7-BDE9CBB134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1C907AE-927D-DD4D-9EA4-C8E064D23496}" type="datetimeFigureOut">
              <a:rPr lang="id-ID" smtClean="0"/>
              <a:t>15/02/2026</a:t>
            </a:fld>
            <a:endParaRPr lang="id-ID"/>
          </a:p>
        </p:txBody>
      </p:sp>
      <p:sp>
        <p:nvSpPr>
          <p:cNvPr id="5" name="Tampungan Kaki 4">
            <a:extLst>
              <a:ext uri="{FF2B5EF4-FFF2-40B4-BE49-F238E27FC236}">
                <a16:creationId xmlns:a16="http://schemas.microsoft.com/office/drawing/2014/main" id="{8E9D7F29-6FB3-B692-3587-8EC8E4E71D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d-ID"/>
          </a:p>
        </p:txBody>
      </p:sp>
      <p:sp>
        <p:nvSpPr>
          <p:cNvPr id="6" name="Tampungan Nomor Slide 5">
            <a:extLst>
              <a:ext uri="{FF2B5EF4-FFF2-40B4-BE49-F238E27FC236}">
                <a16:creationId xmlns:a16="http://schemas.microsoft.com/office/drawing/2014/main" id="{A4C802E8-7826-E619-A5FE-C2A1581027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CFBF468-48A3-874D-B81E-8CF099021141}" type="slidenum">
              <a:rPr lang="id-ID" smtClean="0"/>
              <a:t>‹#›</a:t>
            </a:fld>
            <a:endParaRPr lang="id-ID"/>
          </a:p>
        </p:txBody>
      </p:sp>
    </p:spTree>
    <p:extLst>
      <p:ext uri="{BB962C8B-B14F-4D97-AF65-F5344CB8AC3E}">
        <p14:creationId xmlns:p14="http://schemas.microsoft.com/office/powerpoint/2010/main" val="7654387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A727E217-50AF-4838-D713-D7695AC73EDB}"/>
              </a:ext>
            </a:extLst>
          </p:cNvPr>
          <p:cNvSpPr>
            <a:spLocks noGrp="1"/>
          </p:cNvSpPr>
          <p:nvPr>
            <p:ph type="ctrTitle"/>
          </p:nvPr>
        </p:nvSpPr>
        <p:spPr>
          <a:xfrm>
            <a:off x="1095375" y="-92076"/>
            <a:ext cx="8929688" cy="2449513"/>
          </a:xfrm>
        </p:spPr>
        <p:txBody>
          <a:bodyPr/>
          <a:lstStyle/>
          <a:p>
            <a:r>
              <a:rPr lang="id-ID" dirty="0" err="1"/>
              <a:t>Dashboard</a:t>
            </a:r>
            <a:r>
              <a:rPr lang="id-ID" dirty="0"/>
              <a:t> Penjualan </a:t>
            </a:r>
            <a:r>
              <a:rPr lang="id-ID" dirty="0" err="1"/>
              <a:t>Smartphone</a:t>
            </a:r>
            <a:r>
              <a:rPr lang="id-ID" dirty="0"/>
              <a:t> (</a:t>
            </a:r>
            <a:r>
              <a:rPr lang="id-ID" dirty="0" err="1"/>
              <a:t>Poco</a:t>
            </a:r>
            <a:r>
              <a:rPr lang="id-ID" dirty="0"/>
              <a:t> X5 Pro)</a:t>
            </a:r>
          </a:p>
        </p:txBody>
      </p:sp>
      <p:pic>
        <p:nvPicPr>
          <p:cNvPr id="4" name="Gambar 3">
            <a:extLst>
              <a:ext uri="{FF2B5EF4-FFF2-40B4-BE49-F238E27FC236}">
                <a16:creationId xmlns:a16="http://schemas.microsoft.com/office/drawing/2014/main" id="{752C91CD-C8C9-2A98-6B65-92B46F413B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4937" y="2750080"/>
            <a:ext cx="5171282" cy="3090985"/>
          </a:xfrm>
          <a:prstGeom prst="rect">
            <a:avLst/>
          </a:prstGeom>
        </p:spPr>
      </p:pic>
      <p:sp>
        <p:nvSpPr>
          <p:cNvPr id="5" name="Kotak Teks 4">
            <a:extLst>
              <a:ext uri="{FF2B5EF4-FFF2-40B4-BE49-F238E27FC236}">
                <a16:creationId xmlns:a16="http://schemas.microsoft.com/office/drawing/2014/main" id="{2A75AD4F-8F5D-7B6A-422D-97E403A4B175}"/>
              </a:ext>
            </a:extLst>
          </p:cNvPr>
          <p:cNvSpPr txBox="1"/>
          <p:nvPr/>
        </p:nvSpPr>
        <p:spPr>
          <a:xfrm>
            <a:off x="762000" y="2833687"/>
            <a:ext cx="5334000" cy="3139321"/>
          </a:xfrm>
          <a:prstGeom prst="rect">
            <a:avLst/>
          </a:prstGeom>
          <a:noFill/>
        </p:spPr>
        <p:txBody>
          <a:bodyPr wrap="square" rtlCol="0">
            <a:spAutoFit/>
          </a:bodyPr>
          <a:lstStyle/>
          <a:p>
            <a:pPr algn="l"/>
            <a:r>
              <a:rPr lang="id-ID" dirty="0"/>
              <a:t>KPI Utama
- Secara keseluruhan, penjualan unit </a:t>
            </a:r>
            <a:r>
              <a:rPr lang="id-ID" dirty="0" err="1"/>
              <a:t>Poco</a:t>
            </a:r>
            <a:r>
              <a:rPr lang="id-ID" dirty="0"/>
              <a:t> X5 Pro memberikan kontribusi yang signifikan terhadap performa kategori </a:t>
            </a:r>
            <a:r>
              <a:rPr lang="id-ID" dirty="0" err="1"/>
              <a:t>Android</a:t>
            </a:r>
            <a:r>
              <a:rPr lang="id-ID" dirty="0"/>
              <a:t> </a:t>
            </a:r>
            <a:r>
              <a:rPr lang="id-ID" dirty="0" err="1"/>
              <a:t>Phone</a:t>
            </a:r>
            <a:r>
              <a:rPr lang="id-ID" dirty="0"/>
              <a:t>:
- Total Penjualan: Berhasil mencapai angka Rp8.485.867.333 dari total volume sebesar 652 unit.
Profitabilitas: Menghasilkan total profit sebesar Rp1.067.417.062.
- Profit Margin: Memiliki rata-rata margin keuntungan sebesar 12,58% (atau dibulatkan menjadi 0.13 pada indikator).</a:t>
            </a:r>
          </a:p>
        </p:txBody>
      </p:sp>
    </p:spTree>
    <p:extLst>
      <p:ext uri="{BB962C8B-B14F-4D97-AF65-F5344CB8AC3E}">
        <p14:creationId xmlns:p14="http://schemas.microsoft.com/office/powerpoint/2010/main" val="1284805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ampungan Konten 5">
            <a:extLst>
              <a:ext uri="{FF2B5EF4-FFF2-40B4-BE49-F238E27FC236}">
                <a16:creationId xmlns:a16="http://schemas.microsoft.com/office/drawing/2014/main" id="{4621D501-C094-2188-35FF-D289143392C8}"/>
              </a:ext>
            </a:extLst>
          </p:cNvPr>
          <p:cNvSpPr>
            <a:spLocks noGrp="1"/>
          </p:cNvSpPr>
          <p:nvPr>
            <p:ph idx="1"/>
          </p:nvPr>
        </p:nvSpPr>
        <p:spPr/>
        <p:txBody>
          <a:bodyPr/>
          <a:lstStyle/>
          <a:p>
            <a:r>
              <a:rPr lang="id-ID" dirty="0"/>
              <a:t>Tren Bulanan: Penjualan menunjukkan fluktuasi sepanjang tahun dengan puncak performa tertinggi (</a:t>
            </a:r>
            <a:r>
              <a:rPr lang="id-ID" dirty="0" err="1"/>
              <a:t>peak</a:t>
            </a:r>
            <a:r>
              <a:rPr lang="id-ID" dirty="0"/>
              <a:t>) terjadi pada bulan April, di mana angka penjualan menembus angka di atas 1.0M.
Segmentasi Pelanggan: Penjualan didominasi secara seimbang oleh tiga segmen utama, dengan kontribusi terbesar berasal dari segmen </a:t>
            </a:r>
            <a:r>
              <a:rPr lang="id-ID" dirty="0" err="1"/>
              <a:t>Consumer</a:t>
            </a:r>
            <a:r>
              <a:rPr lang="id-ID" dirty="0"/>
              <a:t> (3M / 0.83%), diikuti oleh segmen </a:t>
            </a:r>
            <a:r>
              <a:rPr lang="id-ID" dirty="0" err="1"/>
              <a:t>Home</a:t>
            </a:r>
            <a:r>
              <a:rPr lang="id-ID" dirty="0"/>
              <a:t> Office dan </a:t>
            </a:r>
            <a:r>
              <a:rPr lang="id-ID" dirty="0" err="1"/>
              <a:t>Corporate</a:t>
            </a:r>
            <a:r>
              <a:rPr lang="id-ID" dirty="0"/>
              <a:t>.</a:t>
            </a:r>
          </a:p>
        </p:txBody>
      </p:sp>
    </p:spTree>
    <p:extLst>
      <p:ext uri="{BB962C8B-B14F-4D97-AF65-F5344CB8AC3E}">
        <p14:creationId xmlns:p14="http://schemas.microsoft.com/office/powerpoint/2010/main" val="26040384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5964D26B-E78C-1BA2-CDAA-AAB502FA8A60}"/>
              </a:ext>
            </a:extLst>
          </p:cNvPr>
          <p:cNvSpPr>
            <a:spLocks noGrp="1"/>
          </p:cNvSpPr>
          <p:nvPr>
            <p:ph type="title"/>
          </p:nvPr>
        </p:nvSpPr>
        <p:spPr/>
        <p:txBody>
          <a:bodyPr/>
          <a:lstStyle/>
          <a:p>
            <a:r>
              <a:rPr lang="id-ID" dirty="0"/>
              <a:t>“</a:t>
            </a:r>
            <a:r>
              <a:rPr lang="id-ID" dirty="0" err="1"/>
              <a:t>Poco</a:t>
            </a:r>
            <a:r>
              <a:rPr lang="id-ID" dirty="0"/>
              <a:t> X5 Pro” adalah </a:t>
            </a:r>
            <a:r>
              <a:rPr lang="id-ID" dirty="0" err="1"/>
              <a:t>Revenue</a:t>
            </a:r>
            <a:r>
              <a:rPr lang="id-ID" dirty="0"/>
              <a:t> </a:t>
            </a:r>
            <a:r>
              <a:rPr lang="id-ID" dirty="0" err="1"/>
              <a:t>Driver</a:t>
            </a:r>
            <a:endParaRPr lang="id-ID" dirty="0"/>
          </a:p>
        </p:txBody>
      </p:sp>
      <p:pic>
        <p:nvPicPr>
          <p:cNvPr id="4" name="Tampungan Konten 3">
            <a:extLst>
              <a:ext uri="{FF2B5EF4-FFF2-40B4-BE49-F238E27FC236}">
                <a16:creationId xmlns:a16="http://schemas.microsoft.com/office/drawing/2014/main" id="{B131637D-ED91-070D-F901-C2EC0A66911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136770" y="1690688"/>
            <a:ext cx="4625647" cy="3878263"/>
          </a:xfrm>
          <a:prstGeom prst="rect">
            <a:avLst/>
          </a:prstGeom>
        </p:spPr>
      </p:pic>
      <p:sp>
        <p:nvSpPr>
          <p:cNvPr id="5" name="Kotak Teks 4">
            <a:extLst>
              <a:ext uri="{FF2B5EF4-FFF2-40B4-BE49-F238E27FC236}">
                <a16:creationId xmlns:a16="http://schemas.microsoft.com/office/drawing/2014/main" id="{A18BA70D-1EE4-E542-D056-59CBFE11D50D}"/>
              </a:ext>
            </a:extLst>
          </p:cNvPr>
          <p:cNvSpPr txBox="1"/>
          <p:nvPr/>
        </p:nvSpPr>
        <p:spPr>
          <a:xfrm>
            <a:off x="838200" y="2333626"/>
            <a:ext cx="6174580" cy="3724096"/>
          </a:xfrm>
          <a:prstGeom prst="rect">
            <a:avLst/>
          </a:prstGeom>
          <a:noFill/>
        </p:spPr>
        <p:txBody>
          <a:bodyPr wrap="square" rtlCol="0">
            <a:spAutoFit/>
          </a:bodyPr>
          <a:lstStyle/>
          <a:p>
            <a:pPr algn="l"/>
            <a:r>
              <a:rPr lang="id-ID" sz="2800" b="1" dirty="0" err="1"/>
              <a:t>What</a:t>
            </a:r>
            <a:r>
              <a:rPr lang="id-ID" sz="2800" b="1" dirty="0"/>
              <a:t>? (Apa?)</a:t>
            </a:r>
            <a:r>
              <a:rPr lang="id-ID" dirty="0"/>
              <a:t>
Total </a:t>
            </a:r>
            <a:r>
              <a:rPr lang="id-ID" dirty="0" err="1"/>
              <a:t>Sales</a:t>
            </a:r>
            <a:r>
              <a:rPr lang="id-ID" dirty="0"/>
              <a:t>: Rp8,48 M
Total Profit: Rp1,06 M
Profit Margin: 13%
Total terjual: 652 unit
Kontributor utama: </a:t>
            </a:r>
            <a:r>
              <a:rPr lang="id-ID" dirty="0" err="1"/>
              <a:t>Poco</a:t>
            </a:r>
            <a:r>
              <a:rPr lang="id-ID" dirty="0"/>
              <a:t> X5 Pro</a:t>
            </a:r>
          </a:p>
          <a:p>
            <a:pPr algn="l"/>
            <a:endParaRPr lang="id-ID" dirty="0"/>
          </a:p>
          <a:p>
            <a:pPr algn="l"/>
            <a:r>
              <a:rPr lang="id-ID" dirty="0"/>
              <a:t>
</a:t>
            </a:r>
            <a:r>
              <a:rPr lang="id-ID" sz="2800" b="1" dirty="0" err="1"/>
              <a:t>So</a:t>
            </a:r>
            <a:r>
              <a:rPr lang="id-ID" sz="2800" b="1" dirty="0"/>
              <a:t> </a:t>
            </a:r>
            <a:r>
              <a:rPr lang="id-ID" sz="2800" b="1" dirty="0" err="1"/>
              <a:t>What</a:t>
            </a:r>
            <a:r>
              <a:rPr lang="id-ID" sz="2800" b="1" dirty="0"/>
              <a:t>? (Lalu Kenapa?)</a:t>
            </a:r>
            <a:r>
              <a:rPr lang="id-ID" dirty="0"/>
              <a:t>
Produk ini jadi penggerak utama pendapatan.
Perlu dimaksimalkan strateginya, tapi juga penting diversifikasi agar tidak bergantung pada satu produk saja.</a:t>
            </a:r>
          </a:p>
        </p:txBody>
      </p:sp>
    </p:spTree>
    <p:extLst>
      <p:ext uri="{BB962C8B-B14F-4D97-AF65-F5344CB8AC3E}">
        <p14:creationId xmlns:p14="http://schemas.microsoft.com/office/powerpoint/2010/main" val="2614093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56449A1B-CA6F-E19C-C1CB-009E259116C4}"/>
              </a:ext>
            </a:extLst>
          </p:cNvPr>
          <p:cNvSpPr>
            <a:spLocks noGrp="1"/>
          </p:cNvSpPr>
          <p:nvPr>
            <p:ph type="title"/>
          </p:nvPr>
        </p:nvSpPr>
        <p:spPr/>
        <p:txBody>
          <a:bodyPr/>
          <a:lstStyle/>
          <a:p>
            <a:r>
              <a:rPr lang="id-ID" dirty="0"/>
              <a:t>Profitabilitas Anjlok di Bulan Maret</a:t>
            </a:r>
          </a:p>
        </p:txBody>
      </p:sp>
      <p:pic>
        <p:nvPicPr>
          <p:cNvPr id="4" name="Tampungan Konten 3">
            <a:extLst>
              <a:ext uri="{FF2B5EF4-FFF2-40B4-BE49-F238E27FC236}">
                <a16:creationId xmlns:a16="http://schemas.microsoft.com/office/drawing/2014/main" id="{9BA1F03E-C5B5-23EE-87E8-DB777D555FC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31731" y="2444698"/>
            <a:ext cx="4697413" cy="2975028"/>
          </a:xfrm>
          <a:prstGeom prst="rect">
            <a:avLst/>
          </a:prstGeom>
        </p:spPr>
      </p:pic>
      <p:sp>
        <p:nvSpPr>
          <p:cNvPr id="5" name="Kotak Teks 4">
            <a:extLst>
              <a:ext uri="{FF2B5EF4-FFF2-40B4-BE49-F238E27FC236}">
                <a16:creationId xmlns:a16="http://schemas.microsoft.com/office/drawing/2014/main" id="{C19C2CBF-7669-E19D-7BD1-E827097701FA}"/>
              </a:ext>
            </a:extLst>
          </p:cNvPr>
          <p:cNvSpPr txBox="1"/>
          <p:nvPr/>
        </p:nvSpPr>
        <p:spPr>
          <a:xfrm>
            <a:off x="1381919" y="2312293"/>
            <a:ext cx="4083049" cy="4585871"/>
          </a:xfrm>
          <a:prstGeom prst="rect">
            <a:avLst/>
          </a:prstGeom>
          <a:noFill/>
        </p:spPr>
        <p:txBody>
          <a:bodyPr wrap="square" rtlCol="0">
            <a:spAutoFit/>
          </a:bodyPr>
          <a:lstStyle/>
          <a:p>
            <a:pPr algn="l"/>
            <a:r>
              <a:rPr lang="id-ID" sz="2800" b="1" dirty="0" err="1"/>
              <a:t>What</a:t>
            </a:r>
            <a:r>
              <a:rPr lang="id-ID" sz="2800" b="1" dirty="0"/>
              <a:t>? (Apa?)</a:t>
            </a:r>
            <a:r>
              <a:rPr lang="id-ID" dirty="0"/>
              <a:t>
Profit mencapai puncak di Februari, lalu turun signifikan di Maret.
Penurunan bukan karena jumlah unit turun drastis, tetapi karena perubahan komposisi produk yang terjual.</a:t>
            </a:r>
          </a:p>
          <a:p>
            <a:pPr algn="l"/>
            <a:r>
              <a:rPr lang="id-ID" sz="2800" b="1" dirty="0"/>
              <a:t>
</a:t>
            </a:r>
            <a:r>
              <a:rPr lang="id-ID" sz="2800" b="1" dirty="0" err="1"/>
              <a:t>So</a:t>
            </a:r>
            <a:r>
              <a:rPr lang="id-ID" sz="2800" b="1" dirty="0"/>
              <a:t> </a:t>
            </a:r>
            <a:r>
              <a:rPr lang="id-ID" sz="2800" b="1" dirty="0" err="1"/>
              <a:t>What</a:t>
            </a:r>
            <a:r>
              <a:rPr lang="id-ID" sz="2800" b="1" dirty="0"/>
              <a:t>? (Lalu Kenapa?)</a:t>
            </a:r>
            <a:r>
              <a:rPr lang="id-ID" dirty="0"/>
              <a:t>
Kemungkinan terjadi pergeseran ke produk dengan margin lebih rendah.
Perlu evaluasi strategi promosi agar peningkatan volume tidak mengorbankan profit.</a:t>
            </a:r>
          </a:p>
        </p:txBody>
      </p:sp>
    </p:spTree>
    <p:extLst>
      <p:ext uri="{BB962C8B-B14F-4D97-AF65-F5344CB8AC3E}">
        <p14:creationId xmlns:p14="http://schemas.microsoft.com/office/powerpoint/2010/main" val="41073265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6AD7E098-A888-68BA-05C4-8CC7902ECD4D}"/>
              </a:ext>
            </a:extLst>
          </p:cNvPr>
          <p:cNvSpPr>
            <a:spLocks noGrp="1"/>
          </p:cNvSpPr>
          <p:nvPr>
            <p:ph type="title"/>
          </p:nvPr>
        </p:nvSpPr>
        <p:spPr/>
        <p:txBody>
          <a:bodyPr/>
          <a:lstStyle/>
          <a:p>
            <a:r>
              <a:rPr lang="id-ID" dirty="0"/>
              <a:t>Rekomendasi Strategis (</a:t>
            </a:r>
            <a:r>
              <a:rPr lang="id-ID" dirty="0" err="1"/>
              <a:t>Now</a:t>
            </a:r>
            <a:r>
              <a:rPr lang="id-ID" dirty="0"/>
              <a:t> </a:t>
            </a:r>
            <a:r>
              <a:rPr lang="id-ID" dirty="0" err="1"/>
              <a:t>What</a:t>
            </a:r>
            <a:r>
              <a:rPr lang="id-ID" dirty="0"/>
              <a:t>?)</a:t>
            </a:r>
          </a:p>
        </p:txBody>
      </p:sp>
      <p:sp>
        <p:nvSpPr>
          <p:cNvPr id="3" name="Tampungan Konten 2">
            <a:extLst>
              <a:ext uri="{FF2B5EF4-FFF2-40B4-BE49-F238E27FC236}">
                <a16:creationId xmlns:a16="http://schemas.microsoft.com/office/drawing/2014/main" id="{D53B1EBC-BA63-9EBF-C3AF-0EC08E1CF1AF}"/>
              </a:ext>
            </a:extLst>
          </p:cNvPr>
          <p:cNvSpPr>
            <a:spLocks noGrp="1"/>
          </p:cNvSpPr>
          <p:nvPr>
            <p:ph idx="1"/>
          </p:nvPr>
        </p:nvSpPr>
        <p:spPr/>
        <p:txBody>
          <a:bodyPr>
            <a:normAutofit fontScale="92500" lnSpcReduction="20000"/>
          </a:bodyPr>
          <a:lstStyle/>
          <a:p>
            <a:r>
              <a:rPr lang="id-ID" dirty="0"/>
              <a:t>1️⃣ </a:t>
            </a:r>
            <a:r>
              <a:rPr lang="id-ID" dirty="0" err="1"/>
              <a:t>Rebalance</a:t>
            </a:r>
            <a:r>
              <a:rPr lang="id-ID" dirty="0"/>
              <a:t> </a:t>
            </a:r>
            <a:r>
              <a:rPr lang="id-ID" dirty="0" err="1"/>
              <a:t>Product</a:t>
            </a:r>
            <a:r>
              <a:rPr lang="id-ID" dirty="0"/>
              <a:t> Mix untuk </a:t>
            </a:r>
            <a:r>
              <a:rPr lang="id-ID" dirty="0" err="1"/>
              <a:t>Optimasi</a:t>
            </a:r>
            <a:r>
              <a:rPr lang="id-ID" dirty="0"/>
              <a:t> Margin
Alihkan fokus dari sekadar volume ke profitabilitas. Tingkatkan </a:t>
            </a:r>
            <a:r>
              <a:rPr lang="id-ID" dirty="0" err="1"/>
              <a:t>exposure</a:t>
            </a:r>
            <a:r>
              <a:rPr lang="id-ID" dirty="0"/>
              <a:t> produk </a:t>
            </a:r>
            <a:r>
              <a:rPr lang="id-ID" dirty="0" err="1"/>
              <a:t>high</a:t>
            </a:r>
            <a:r>
              <a:rPr lang="id-ID" dirty="0"/>
              <a:t>-margin dan kurangi ketergantungan pada produk </a:t>
            </a:r>
            <a:r>
              <a:rPr lang="id-ID" dirty="0" err="1"/>
              <a:t>low</a:t>
            </a:r>
            <a:r>
              <a:rPr lang="id-ID" dirty="0"/>
              <a:t>-margin melalui penyesuaian promo dan </a:t>
            </a:r>
            <a:r>
              <a:rPr lang="id-ID" dirty="0" err="1"/>
              <a:t>pricing</a:t>
            </a:r>
            <a:r>
              <a:rPr lang="id-ID" dirty="0"/>
              <a:t>.
2️⃣ Audit Strategi Diskon &amp; </a:t>
            </a:r>
            <a:r>
              <a:rPr lang="id-ID" dirty="0" err="1"/>
              <a:t>Voucher</a:t>
            </a:r>
            <a:r>
              <a:rPr lang="id-ID" dirty="0"/>
              <a:t> Maret
Lakukan </a:t>
            </a:r>
            <a:r>
              <a:rPr lang="id-ID" dirty="0" err="1"/>
              <a:t>deep-dive</a:t>
            </a:r>
            <a:r>
              <a:rPr lang="id-ID" dirty="0"/>
              <a:t> </a:t>
            </a:r>
            <a:r>
              <a:rPr lang="id-ID" dirty="0" err="1"/>
              <a:t>analysis</a:t>
            </a:r>
            <a:r>
              <a:rPr lang="id-ID" dirty="0"/>
              <a:t> terhadap mekanisme diskon bulan Maret (</a:t>
            </a:r>
            <a:r>
              <a:rPr lang="id-ID" dirty="0" err="1"/>
              <a:t>voucher</a:t>
            </a:r>
            <a:r>
              <a:rPr lang="id-ID" dirty="0"/>
              <a:t>, </a:t>
            </a:r>
            <a:r>
              <a:rPr lang="id-ID" dirty="0" err="1"/>
              <a:t>bundling</a:t>
            </a:r>
            <a:r>
              <a:rPr lang="id-ID" dirty="0"/>
              <a:t>, </a:t>
            </a:r>
            <a:r>
              <a:rPr lang="id-ID" dirty="0" err="1"/>
              <a:t>campaign</a:t>
            </a:r>
            <a:r>
              <a:rPr lang="id-ID" dirty="0"/>
              <a:t>). Pastikan setiap promo memiliki </a:t>
            </a:r>
            <a:r>
              <a:rPr lang="id-ID" dirty="0" err="1"/>
              <a:t>threshold</a:t>
            </a:r>
            <a:r>
              <a:rPr lang="id-ID" dirty="0"/>
              <a:t> margin minimum agar tidak menggerus profit.
3️⃣ Data-</a:t>
            </a:r>
            <a:r>
              <a:rPr lang="id-ID" dirty="0" err="1"/>
              <a:t>Driven</a:t>
            </a:r>
            <a:r>
              <a:rPr lang="id-ID" dirty="0"/>
              <a:t> </a:t>
            </a:r>
            <a:r>
              <a:rPr lang="id-ID" dirty="0" err="1"/>
              <a:t>Targeting</a:t>
            </a:r>
            <a:r>
              <a:rPr lang="id-ID" dirty="0"/>
              <a:t> &amp; </a:t>
            </a:r>
            <a:r>
              <a:rPr lang="id-ID" dirty="0" err="1"/>
              <a:t>Upselling</a:t>
            </a:r>
            <a:r>
              <a:rPr lang="id-ID" dirty="0"/>
              <a:t>
Gunakan segmentasi pelanggan untuk mengidentifikasi </a:t>
            </a:r>
            <a:r>
              <a:rPr lang="id-ID" dirty="0" err="1"/>
              <a:t>high-value</a:t>
            </a:r>
            <a:r>
              <a:rPr lang="id-ID" dirty="0"/>
              <a:t> </a:t>
            </a:r>
            <a:r>
              <a:rPr lang="id-ID" dirty="0" err="1"/>
              <a:t>customers</a:t>
            </a:r>
            <a:r>
              <a:rPr lang="id-ID" dirty="0"/>
              <a:t>. Terapkan strategi </a:t>
            </a:r>
            <a:r>
              <a:rPr lang="id-ID" dirty="0" err="1"/>
              <a:t>upselling</a:t>
            </a:r>
            <a:r>
              <a:rPr lang="id-ID" dirty="0"/>
              <a:t> dan </a:t>
            </a:r>
            <a:r>
              <a:rPr lang="id-ID" dirty="0" err="1"/>
              <a:t>bundling</a:t>
            </a:r>
            <a:r>
              <a:rPr lang="id-ID" dirty="0"/>
              <a:t> berbasis data guna meningkatkan </a:t>
            </a:r>
            <a:r>
              <a:rPr lang="id-ID" dirty="0" err="1"/>
              <a:t>average</a:t>
            </a:r>
            <a:r>
              <a:rPr lang="id-ID" dirty="0"/>
              <a:t> order </a:t>
            </a:r>
            <a:r>
              <a:rPr lang="id-ID" dirty="0" err="1"/>
              <a:t>value</a:t>
            </a:r>
            <a:r>
              <a:rPr lang="id-ID" dirty="0"/>
              <a:t> (AOV) dan profit per transaksi.</a:t>
            </a:r>
          </a:p>
        </p:txBody>
      </p:sp>
    </p:spTree>
    <p:extLst>
      <p:ext uri="{BB962C8B-B14F-4D97-AF65-F5344CB8AC3E}">
        <p14:creationId xmlns:p14="http://schemas.microsoft.com/office/powerpoint/2010/main" val="18152794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BDA0987A-7D0B-38FA-84A8-7321CB64840A}"/>
              </a:ext>
            </a:extLst>
          </p:cNvPr>
          <p:cNvSpPr>
            <a:spLocks noGrp="1"/>
          </p:cNvSpPr>
          <p:nvPr>
            <p:ph type="title"/>
          </p:nvPr>
        </p:nvSpPr>
        <p:spPr/>
        <p:txBody>
          <a:bodyPr/>
          <a:lstStyle/>
          <a:p>
            <a:r>
              <a:rPr lang="id-ID"/>
              <a:t>Kesimpulan sebagai Data Analis</a:t>
            </a:r>
            <a:endParaRPr lang="id-ID" dirty="0"/>
          </a:p>
        </p:txBody>
      </p:sp>
      <p:sp>
        <p:nvSpPr>
          <p:cNvPr id="3" name="Tampungan Konten 2">
            <a:extLst>
              <a:ext uri="{FF2B5EF4-FFF2-40B4-BE49-F238E27FC236}">
                <a16:creationId xmlns:a16="http://schemas.microsoft.com/office/drawing/2014/main" id="{A051290A-72B4-52B8-C361-EBA5BD3AA12A}"/>
              </a:ext>
            </a:extLst>
          </p:cNvPr>
          <p:cNvSpPr>
            <a:spLocks noGrp="1"/>
          </p:cNvSpPr>
          <p:nvPr>
            <p:ph idx="1"/>
          </p:nvPr>
        </p:nvSpPr>
        <p:spPr/>
        <p:txBody>
          <a:bodyPr>
            <a:normAutofit lnSpcReduction="10000"/>
          </a:bodyPr>
          <a:lstStyle/>
          <a:p>
            <a:r>
              <a:rPr lang="id-ID" dirty="0"/>
              <a:t>Berdasarkan analisis </a:t>
            </a:r>
            <a:r>
              <a:rPr lang="id-ID" dirty="0" err="1"/>
              <a:t>dashboard</a:t>
            </a:r>
            <a:r>
              <a:rPr lang="id-ID" dirty="0"/>
              <a:t>, performa penjualan menunjukkan bahwa perusahaan memiliki produk unggulan yang menjadi kontributor utama </a:t>
            </a:r>
            <a:r>
              <a:rPr lang="id-ID" dirty="0" err="1"/>
              <a:t>revenue</a:t>
            </a:r>
            <a:r>
              <a:rPr lang="id-ID" dirty="0"/>
              <a:t> dan profit. Namun, terdapat indikasi ketergantungan pada produk tertentu serta penurunan profitabilitas di bulan Maret akibat perubahan komposisi penjualan dan kemungkinan strategi diskon yang kurang optimal.
Secara keseluruhan, bisnis masih menghasilkan profit, tetapi diperlukan optimalisasi </a:t>
            </a:r>
            <a:r>
              <a:rPr lang="id-ID" dirty="0" err="1"/>
              <a:t>product</a:t>
            </a:r>
            <a:r>
              <a:rPr lang="id-ID" dirty="0"/>
              <a:t> mix, evaluasi strategi promosi, dan pemanfaatan segmentasi pelanggan berbasis data. Fokus ke depan bukan hanya meningkatkan volume penjualan, tetapi memastikan pertumbuhan yang berkelanjutan dan profit-</a:t>
            </a:r>
            <a:r>
              <a:rPr lang="id-ID" dirty="0" err="1"/>
              <a:t>driven</a:t>
            </a:r>
            <a:r>
              <a:rPr lang="id-ID" dirty="0"/>
              <a:t>.</a:t>
            </a:r>
          </a:p>
        </p:txBody>
      </p:sp>
    </p:spTree>
    <p:extLst>
      <p:ext uri="{BB962C8B-B14F-4D97-AF65-F5344CB8AC3E}">
        <p14:creationId xmlns:p14="http://schemas.microsoft.com/office/powerpoint/2010/main" val="581500240"/>
      </p:ext>
    </p:extLst>
  </p:cSld>
  <p:clrMapOvr>
    <a:masterClrMapping/>
  </p:clrMapOvr>
</p:sld>
</file>

<file path=ppt/theme/theme1.xml><?xml version="1.0" encoding="utf-8"?>
<a:theme xmlns:a="http://schemas.openxmlformats.org/drawingml/2006/main" name="Tema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Layar Lebar</PresentationFormat>
  <Slides>6</Slides>
  <Notes>0</Notes>
  <HiddenSlides>0</HiddenSlides>
  <ScaleCrop>false</ScaleCrop>
  <HeadingPairs>
    <vt:vector size="4" baseType="variant">
      <vt:variant>
        <vt:lpstr>Tema</vt:lpstr>
      </vt:variant>
      <vt:variant>
        <vt:i4>1</vt:i4>
      </vt:variant>
      <vt:variant>
        <vt:lpstr>Judul Slide</vt:lpstr>
      </vt:variant>
      <vt:variant>
        <vt:i4>6</vt:i4>
      </vt:variant>
    </vt:vector>
  </HeadingPairs>
  <TitlesOfParts>
    <vt:vector size="7" baseType="lpstr">
      <vt:lpstr>Tema Office</vt:lpstr>
      <vt:lpstr>Dashboard Penjualan Smartphone (Poco X5 Pro)</vt:lpstr>
      <vt:lpstr>Presentasi PowerPoint</vt:lpstr>
      <vt:lpstr>“Poco X5 Pro” adalah Revenue Driver</vt:lpstr>
      <vt:lpstr>Profitabilitas Anjlok di Bulan Maret</vt:lpstr>
      <vt:lpstr>Rekomendasi Strategis (Now What?)</vt:lpstr>
      <vt:lpstr>Kesimpulan sebagai Data Analis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Dashboard Penjualan Smartphone (Poco X5 Pro)</dc:title>
  <dc:creator>MUH RIFLI</dc:creator>
  <cp:lastModifiedBy>MUH RIFLI</cp:lastModifiedBy>
  <cp:revision>2</cp:revision>
  <dcterms:created xsi:type="dcterms:W3CDTF">2026-02-15T11:40:55Z</dcterms:created>
  <dcterms:modified xsi:type="dcterms:W3CDTF">2026-02-15T12:44:07Z</dcterms:modified>
</cp:coreProperties>
</file>